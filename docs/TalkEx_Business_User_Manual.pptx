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TalkEx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3C5FD"/>
                </a:solidFill>
              </a:rPr>
              <a:t>One Platform. Multiple Messaging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</a:rPr>
              <a:t>Step-by-step guide to every screen, sub-screen, and feature</a:t>
            </a:r>
          </a:p>
          <a:p>
            <a:pPr algn="l"/>
            <a:r>
              <a:rPr sz="1600" b="0">
                <a:solidFill>
                  <a:srgbClr val="CBD5E1"/>
                </a:solidFill>
              </a:rPr>
              <a:t>of the TalkEx Business CPaaS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CoreAxis Ventures  •  v1.0  •  Generated by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</a:rPr>
              <a:t>What's in this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The manual is organized so each module gets its own section — read straight through, or jump to what you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Overview &amp; Getting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470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Authentication (Sign in / Sign 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3969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3230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2491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Contacts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175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101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0273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027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Conversations Inbox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9534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Automation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Developers — API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55448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55448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Webhooks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84708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84708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13969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13969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Activity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43230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3230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Billing &amp; Plans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724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72491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Wallet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017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0175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Support &amp; Help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31012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3101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Settings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60273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6027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Notification Bell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89534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89534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Security &amp; Best Practices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1879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1879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API Reference Cheat-Sheet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Overview &amp; 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Everything you need before you sign in for the first time — what TalkEx Business is, how to open the app, and how to keep your credentials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is TalkEx Business?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TalkEx Business is a CPaaS (Communication Platform as a Service) dashboard. It lets a business manage contacts, templates, campaigns, conversations, automation, billing, and analytics across multiple messaging channels (TalkEx first-party, WhatsApp Business, Telegram, Email, SMS, RCS) from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Every module is scoped to your account — you never see another business's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Contacts, Templates, Campaigns, and Analytics are shared across every channel you enable.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Channel Connector is the only thing that differs per messaging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24-hour customer service window governs when free-form outbound replies are allowed.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Go 1.26 · Gin · GORM · SQLite (dev) / Postgres (prod)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React 19 · Vite · TypeScript · Tailwind CSS 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JWT access + refresh rotation, bcrypt passwords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130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API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8130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SHA-256 hashed, reveal-once plaintext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702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360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360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The whole product runs from a single compiled binary — no runtime install on deploy.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932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Every browser request goes through the audit middleware, so you can debug from /logs.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to open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TalkEx Business runs as two processes — a Go backend and a Vite frontend — that talk over HTTP.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In one terminal: `go run ./cmd/server`   (backend starts on http://localhost:8080)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In another: `cd frontend &amp;&amp; npm install &amp;&amp; npm run dev`   (frontend on http://localhost:5173)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Open http://localhost:5173 in your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Vite dev server proxies every request under /api to the Go backend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First-time setup: copy .env.example to .env and set JWT_SECRET to a strong random string in production.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Production refuses to start if JWT_SECRET is left at the default or is shorter than 32 chars.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CORS_ORIGINS='*' is rejected in production; list your real frontend origin(s).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How to register, sign in, sign out, and reset a forgotten password. Every dashboard action requires a valid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Sign Up (Create an account)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register page lets a new business create its first admin account. That admin becomes the account owner.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From the Sign in page, click 'Create one' at the bottom.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Fill in Full Name (e.g. 'Priya Sharma').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Choose your country code (+91 by default) and enter your mobile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your work email address.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Choose a password of at least 8 characters. Click the eye icon to reveal.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Tick 'I agree to Terms &amp; Conditions &amp; Privacy Policy'.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65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account'. On success you are auto-logged-in and land on the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Send OTP (mobile)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Sends a verification OTP; verify by entering the 4–6 digit 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Send OTP (email)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Same — an email OTP flow, useful when neither is yet trusted.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Social sign-up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Google / Facebook / Apple / GitHub buttons wire to OAuth providers.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959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616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616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Email is the login credential — it cannot be changed later; use a stable work address.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188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188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OTP verification is optional at registration but recommended for account recovery.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Sign In (Login)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login page accepts an email + password. On success, tokens are stored in localStorage and you are sent to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Go to http://localhost:5173/login (or click TalkEx logo → Sign in).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your registered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your password. Click the eye icon to reveal it while typing.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(Optional) Tick 'Remember me for 30 days' for a longer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'Sign in'. On failure, a red error banner explains the reason.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Forgot password?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Opens the reset flow — see the next slide.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Social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Google / Facebook / Apple / GitHub sign in when configured.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Create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Link at the bottom to the Sign up page.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764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422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4223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The API returns a generic 'invalid credentials' regardless of the reason (no email enumeration).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994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9943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Access tokens expire in 15 min; refresh tokens auto-rotate for 30 days.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Forgot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Requesting a reset email always returns 200 (so an attacker can't check whether an address is registered). If the email exists, a short-lived reset token is issued.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On the Sign in page, click 'Forgot password?' next to the Password label.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your registered email address.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'Send reset link'. You'll see a 'Check your email' confirmation.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Open the reset email and click the link — it opens the reset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your new password (min 8 chars), confirm, and click 'Reset password'.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You're returned to Sign in — log in with the new password.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The reset token expires in 30 minutes for safety.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7063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In dev the reset URL is logged to the server console, so no mail provider is needed to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Sign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You can sign out from either the header (top-right) or the sidebar footer.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Header method: click the red door-arrow icon at the far right of the header.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method: click the sign-out icon next to 'by CoreAxis Ventures' in the sidebar footer.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You are redirected to /login and both access + refresh tokens are cleared.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Signing out only clears this browser — your account and data remain untouched.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If a refresh token is stolen, sign in on that same browser to invalidate the old session (rotation).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Your at-a-glance home screen. Shows wallet balance, contacts total, templates, and message activity — every card links to its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Dashboard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first thing you see after logging in. Loads real numbers via /analytics/summary + /wallet + /contacts + /templates.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Wallet Balance card — click to open the Wallet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Total Contacts card — click to open the Contacts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Message Templates card — click to open Templates.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Messages Sent, Messages Received, Delivery Rate cards — pulled from /analytics/summary.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31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Message Activity area shows a placeholder note; use the Analytics page for the real chart.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Wallet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Formatted in INR by default (₹1,234.56).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Delivery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Delivered + read / outbound × 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0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QualityBadge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880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In the header — Green / Yellow / Red per WhatsApp quality tier.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5701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2277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2277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All cards auto-refresh on page load; navigate back to see fresh numbers.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Turn on the messaging channels you want to send from. Every enabled channel becomes available in Templates, Campaigns, and Conversations.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Channels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A responsive 3-column grid of channel tiles. Each tile shows the channel name, description, and an Enable/Disable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'Channels'.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Locate the channel you want to enable (TalkEx, WhatsApp Business, Telegram, Email, SMS, RCS).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'Enable channel' — the button turns into 'Disable channel' and a green Enabled pill appears.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For 'Coming Soon' channels, clicking enables a preview record so the row appears in your account, but sends aren't yet wired.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Verified date shows when the channel was last enabled.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Enabled 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Green check — channel is active for your account.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Coming Soon pill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Amber — the connector isn't implemented yet.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Disabled 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Grey — you have explicitly disabled the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959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616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616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Enabling a channel doesn't obligate you — you can toggle back off any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188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188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Real send/receive integrations for TalkEx and WhatsApp arrive in later releases.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Channels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Your unified address book — shared across every channel. Add contacts one at a time, tag them, and see whose 24-hour window is open.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CONTACTS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Contacts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Contacts page shows every recipient in your account with phone, tags, consent status, and 24-hour window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'Contacts'.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Use the search box (top-left) to filter by name, phone, email, or tag.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'Add Contact' (top-right) to open the create modal.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pencil icon on any row to edit.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trash icon → then 'Confirm' to delete.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Consent 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Green = opted in; Grey = no consent (can only be messaged inside the 24h window).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Window pill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Blue 'Open (24h)' = you can freely reply; empty = window closed, template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Tags chips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Blue rounded chips — free-form labels for segmentation.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959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616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616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Contacts are shared across ALL channels — one row per phone number.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188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188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Bulk CSV import is on the roadmap; today create via API POST /contacts for scripting.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Contacts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CONTACTS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Add / Edit Contact 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modal collects phone (required, immutable on edit), name, email, and comma-separated tags.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the phone number in international format (e.g. +919876543210).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the contact's name (optional but recommended).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an email (optional).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tags separated by commas (e.g. 'vip, mumbai, lead').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'Add Contact' — the modal closes and the new row prepends to the 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For edits, phone is disabled (grey) because it's the unique identifier.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Tags are case-sensitive and free-form. Pick a small vocabulary for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Contacts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Reusable message bodies with category tagging. Templates are required for outbound sends outside the 24-hour window.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Templates list &amp;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Templates are the pre-approved copy your campaigns and automation replies use. Each is tagged with a category that drives channel-level pricing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'Templates'.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'New Template' (top-right).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Template Name (e.g. 'Welcome message').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Pick a Category — Marketing / Utility / Authentication.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31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Pick a Channel — one of your enabled channels.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422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the Body. Use {{variable}} placeholders for merge fields (e.g. Hi {{name}}!).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'Save'. Status starts as 'Draft'; you (or an admin) can move it to 'Pending review' → 'Approved'.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Promotional / broadcast — highest per-message price on WhatsApp.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Utility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Transactional (order confirmations, alerts) — lower price.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OTPs, verification codes — lowest price, strictest rules.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959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616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616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Only Approved templates can be used outside the 24-hour service window.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188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1888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Body variables — anything in double-braces — are substituted per-recipient at send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Templates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Bulk-send flows that snapshot which template + which contacts to send + when to launch. Track sent/failed counters live.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Campaigns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list shows every campaign with status, template used, recipient count, and a tri-color progress bar (delivered / sent / failed).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'Campaigns'.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'New Campaign' to open the wizard.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Row actions depend on status: Launch (draft), Cancel (running), Delete (terminal states).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Delete requires an inline 'Confirm' click — no accidents.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Not yet launched — you can still edit contacts/template.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Scheduled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Will launch automatically at scheduled_at.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Fan-out in progress; cancellable.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935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Completed / Failed / Cancelled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9359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Terminal — Delete becomes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Campaigns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Create Campaign wizard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wizard walks you through Name → Template → Recipients →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a Campaign Name (e.g. 'Diwali promo').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Pick a Template from the dropdown — only Approved templates on enabled channels appear.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Multi-select recipients from your Contacts list. Use 'Select all' to include everyone.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Toggle 'Schedule for later' if you don't want to send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If scheduled, pick date +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Campaign'. Status is 'Draft' (or 'Scheduled') until you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Contact list is snapshotted at create-time; later contact edits don't change what a scheduled campaign sends.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72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7296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Zero-recipient campaigns are rejected with a validation error.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Campaigns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Launch &amp;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Launching starts a background goroutine that sends one message per recipient and updates counters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From the Campaigns list, click 'Launch' on a Draft campaign 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Status flips to 'Running' immediately; the progress bar animates as sends complete.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Refresh the page to see the latest sent_count / failed_count.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On completion, a green in-app notification pops in the bell menu: 'Campaign completed: &lt;name&gt;. Sent X, failed Y of Z recipients.'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5546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'campaign.completed' webhook fires to every subscribed endpoint.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223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223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 stop mid-run, click 'Cancel' — already-sent messages stand, further dispatches stop.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Campaigns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Conversations Inbox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2-way chat inbox with automatic 24-hour window tracking. Left pane = inbox; right pane = thread + send box.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Inbox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Every (contact, channel) pair is one conversation row. Newest-message-first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'Conversations'.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left pane lists every conversation with avatar, name, last-message time, unread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a row to open its thread in the right pane. Unread count clears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'Simulate inbound' button (dev helper) lets you pretend a contact replied — useful for testing the 24h window.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Unread badge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Blue circle with count next to the contact name.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Window 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Header of the thread — Blue 'Open (24h)' or Grey 'Window closed'.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Contact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Phone number + channel below the name.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Conversations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CONVERSATIONS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Thread + Send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Right pane shows the message history and a send box that respects the 24-hour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Outbound (yours) messages appear right-aligned in primary blue with status underneath.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Inbound messages appear left-aligned in white with a border.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in the send box. It's disabled while the window is closed and shows the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'Send' or press Cmd/Ctrl+Enter.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message appears in the thread immediately; the inbox row moves to the 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When the window is closed, you must send via a Template — the send box explains this and points to Templates.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72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7296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Every send fires the 'message.status' webhook so external systems can react.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Conversations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Automation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Fire an auto-reply when an inbound message matches your keywords. Fully case-insensitive; first-match-wins.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Rules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Each rule shows name, keyword chips, reply preview, fired-count, and an Active/Paused toggle.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'Automation'.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'New Rule' to open the create modal.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Toggle Active/Paused inline by clicking the green Active pill.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pencil to edit; the trash → Confirm to delete.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Fired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How many inbound messages have matched this rule to date.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Match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Contains (default) / Starts with / Exact — under each keyword chip.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Automation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Create / Edit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A rule has a name, one or more trigger keywords, a match type, and a reply.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a Rule Name (e.g. 'Pricing inquiry').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Trigger Keywords, comma-separated (e.g. 'price, cost, plans').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Pick a Match Type: Contains / Starts with / Exact.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 the Auto-reply message (e.g. 'Our plans start at ₹0/mo. Visit /billing.').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Optionally point the rule at a Template so the auto-reply uses approved copy.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Tick 'Active' — the rule fires immediately on the next matching inbound.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212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2122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Rule'.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Rules are checked in creation order — put your most-specific rules first.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Because the reply is sent while the 24h window is open (a reply just arrived), no template is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Automation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Developers — API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Server-to-server credentials for programmatic access to the same REST API the dashboard uses. Keys are SHA-256 hashed at rest; plaintext is shown exactly once.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API keys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Every key shows a name, its 12-char display prefix, active/revoked status, and when it was last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'Developers'.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API Key' (top-right) to open the create dialog.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For an active key: click the ban icon to revoke.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For a revoked key: click the trash icon to permanently delete.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Delete is only offered after revoke — deleting an active key would leave holders with unexplained 401s.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Prefix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The first 12 chars of the plaintext (e.g. 'txb_a1b2c3…').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Last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Auto-updated on every API call that authenticates with the key.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Active (green) or Revoked (grey).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Developers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Create key → reveal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When you create a key, the modal switches to a reveal panel that shows the plaintext exactly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API Key'.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a Key Name (e.g. 'Production Server', 'CI', 'Staging').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'Create Key'.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The dialog now shows an amber 'Copy this key now.' warning + the plaintext.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copy icon (right of the key) — checkmark confirms.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Store the key in your secret manager (never in git). Click 'I've saved my key' to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212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2122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Use the key by sending it in the Authorization header: `Authorization: Bearer txb_...`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Losing the plaintext means creating a new key — we cannot recover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Every endpoint that accepts a JWT also accepts a valid API key (bearer form).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Developers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Webhooks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Outbound HTTP callbacks fired on platform events. Every delivery is signed with HMAC-SHA256 so your receiver can verify authenticity.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Endpoints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Each endpoint row shows name, URL, subscribed events (as chips), last-fired time, and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'Webhooks'.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'New Endpoint' (top-right) to add a receiver.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chevron on any row to view its delivery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trash → 'Confirm' to remove.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Events subscribed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Chips: inbound.message, message.status, campaign.completed, contact.created.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Last fired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Timestamp of the most recent delivery attempt.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Active (green) or Paused (grey).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Webhooks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WEBHOOKS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Create endpoint → verify 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Creating an endpoint returns a per-endpoint shared secret exactly once. Every POST to your URL includes X-TalkEx-Signature = HMAC-SHA256(secret, body).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'New Endpoint'.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a Name (e.g. 'CRM sync').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the Endpoint URL (must be public HTTPS; must return 2xx to ack).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Tick the events you want (usually leave all four checked initially).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Tick 'Active' and click 'Create Endpoint'.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9826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Copy the plaintext secret from the amber reveal panel — this is the only chance.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65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In your receiver, verify: hmac_sha256(secret, request.body) == request.headers['X-TalkEx-Signature'].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Use developers.ConstantTimeEqual to compare (avoids timing attacks).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Deliveries have a 10-second HTTP timeout; slow receivers land in the failure log.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Delivery log shows the full payload sent + the receiver's response code / error.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Webhooks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Aggregate KPIs, line chart of daily message volume, status donut, and channel-mix bars.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KPI cards +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Everything is scoped to your account. Data comes from the messages/conversations/contacts/campaigns tables via JOINs.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'Analytics'.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Top row: 4 KPI cards — Messages Sent, Messages Received, Delivery Rate, Open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Second row: 4 more — Contacts, Active Campaigns, Total Messages, Active Channels.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Line chart: dual-series Outbound/Inbound counts per day; date-range toggle 7d / 30d / 90d.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Below: Outbound-by-Status donut (queued/sent/delivered/read/failed) with percentages.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Bottom right: Conversations-by-Channel horizontal bars.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Delivery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Delivered + read / outbound × 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06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Open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Conversations with inbound in the last 24h.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998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Active campaigns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09981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Scheduled + running status.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Analytics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Activity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Every API request from your account — including failures — recorded with method, path, status, latency, IP, and error body.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Filter, search, expand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Logs page is your first stop when something isn't working. Every request the backend saw is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(Automation &amp; Dev group) → 'Logs'.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Top: stat cards for Total Requests, Failed Requests, Success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Search box filters by path (e.g. type '/contacts' to see only that endpoint).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Method dropdown: All / GET / POST / PATCH / DELETE.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'Failed only' checkbox: hide 2xx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9826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Failed rows are clickable — click to expand the truncated error response body.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65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Refresh (top-right) to reload.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Method chips are color-coded — GET blue, POST green, PATCH amber, DELETE 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Latency &gt; 500ms is a hint the underlying query needs an index.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Logs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Billing &amp;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Manage your subscription tier, see usage against your monthly quota, and view invoices.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Current plan +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Billing page shows a gradient 'Current plan' card at the top and three plan tiles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'Billing'.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Current Plan card: shows tier name, monthly price, renewal date, and 'X / Y messages used'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Below: three plan tiles — Starter (Free), Growth (₹2,499 – Recommended), Scale (₹9,999).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'Switch to &lt;plan&gt;' on any tile that isn't your current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Confirmation is immediate: plan flips, an invoice is issued, and the message counter resets to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New invoice appears in the Invoices table at the bottom.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Included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Free monthly quota — Starter 1k / Growth 15k / Scale 100k.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Per-message charge after the quota is exhausted.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192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Recommended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31927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Growth is highlighted with a blue border + badge.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Billing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Each plan change issues an invoice. Invoices are read-only from the UI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Scroll to the 'Invoices' section at the bottom of the Billing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Every row shows date, plan, billing period, amount (₹), status pill (paid/pending/failed).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PDF download button is present but disabled until PDF generation is wired.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Payment provider integration (Razorpay/Stripe) is planned; today plan switches are recorded but do not charge a card.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Billing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Your pre-paid message credit balance. Debits are logged as ledger rows with idempotency keys so retries never double-charge.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WALLET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Balance +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Wallet page shows the current balance card and the full transaction ledger newest-first.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'Wallet'.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Big balance card at the top: current amount, currency (INR by default).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'Top up' to add credits (dev-only until a payment provider is wired).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Ledger table below: type (credit/debit) chips, amount (green / red), balance_after, reference note.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Idempotency-key column shows the client-supplied uniqueness token — safe to retry.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Concurrent debits use SELECT FOR UPDATE inside a DB transaction — no race can drive the balance negative.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72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7296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 duplicate idempotency key returns the ORIGINAL transaction row; the balance is not 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Wallet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Support &amp; Help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In-product help: FAQ accordion answering the most common questions, doc grid to jump to modules, and a ticket form for humans.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Help center +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Everything on one page — quick channels, FAQ, docs grid, and your tickets.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'Support'.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Top: three quick-channel tiles — Email us, File a ticket, Docs &amp;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Middle: expandable FAQ accordion. Click any question to reveal the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Documentation grid: cards linking to Contacts, Templates, Campaigns, etc.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Bottom: 'Your tickets' table — everything you filed via the 'Contact Support' button.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Support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File a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Tickets accumulate for a human to answer; auto-reply / status updates come in a later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'Contact Support' (top-right).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Enter a Subject (e.g. 'Webhook not firing for status updates').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Pick a Priority: Low / Normal / High / Urgent.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Describe the issue — include steps, expected vs actual, request IDs from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'Submit Ticket'. The row appears in your tickets table immediately.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Support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Profile info, password change, business category. 2FA / team invites / danger zone arrive in a later release.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Profile &amp; password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Settings page is grouped into sections; only Profile + Change Password are wired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Sidebar → 'Settings'.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Profile section: edit Full Name and Business Category. Email is read-only.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'Save changes' — success banner appears.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Change Password section: type Current, New (min 8), Confirm.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73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'Update password'. On success you stay logged 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Wrong current password returns a specific error inline (not a generic 'try again').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Sessions do not invalidate on password change in this release — plan is to add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Settings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Notification Bell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Every actionable event lands in the in-app bell dropdown in the header. Badge count polls every 30 seconds.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NOTIFICATION 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Bell menu &amp; mark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The bell icon lives at the top-right, next to your avatar. Red badge shows unread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the bell icon in the header.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Dropdown lists notifications newest first, unread items bolded with a dot.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Type-coloured icons: Info (blue) / Success (green) / Warning (amber) / Error (red).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any row — you're navigated to its `link` (e.g. /conversations) AND the row is marked read.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Click 'Mark all read' at the top of the dropdown to clear the badge in one shot.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Close by clicking anywhere outside the dropdown.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Notifications are emitted server-side by other modules (inbound message, campaign completion, plan change).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72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7296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The badge polls every 30 seconds; hit refresh for immediate updates.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Notification Bell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Security &amp;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How TalkEx Business protects your data — and what you should do on your side.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the platform protects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Multiple defensive 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Passwords hashed with bcrypt (never stored in plaintext, never in logs).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JWT access tokens (15-min lifetime) + refresh tokens (30-day, rotated on every use).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Every DB query is owner-scoped — a query without `WHERE owner_id = ?` cannot leave the review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API keys and webhook secrets are stored SHA-256 hashed; plaintext is returned exactly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Every request is captured in the audit log with method, path, status, latency, 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Non-dev environments refuse to start with the default JWT_SECRET or CORS_ORIGINS='*'.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33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3328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Wallet debits run in a DB transaction with SELECT FOR UPDATE to prevent negative-balance races.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Security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you should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Best practices on the customer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Rotate API keys quarterly — revoke old, create new, update your servers, delete old 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Verify every webhook: HMAC-SHA256(secret, body) MUST match X-TalkEx-Signature header. Use constant-time compare.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216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2160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Store secrets in a secret manager (Vault / AWS Secrets Manager / GCP Secret Manager) — NEVER in git.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8853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Turn on webhook TLS at your endpoint; TalkEx Business rejects http:// URLs.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5546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Prefer template-based sends outside the 24-hour window — free-form sends will 409.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223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2239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Review /logs weekly; any 5xx cluster is worth investigating in your app before it becomes a customer complaint.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Security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</a:rPr>
              <a:t>Section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</a:rPr>
              <a:t>API Reference Cheat-Sheet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Every dashboard action is also available as a REST call. Bearer JWT or API key both accepted.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Common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Everything runs under http://localhost:8080 in dev; add your custom domain in prod.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/auth/register  {email, password, full_name}  →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/auth/login     {email, password}             → {access_token, refresh_token}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/auth/refresh   {refresh_token}               → new pair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3250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GET  /users/me                                     → current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/wallet/transactions  {type, amount, idempotency_key}  → txn (idempotent)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/contacts       {phone_number, name, tags}    →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33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3328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/templates      {name, category, channel, body}  →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02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30021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/campaigns      {name, template_id, contact_ids} → draft campaign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8671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8671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/campaigns/:id/launch                         → running campaign + background sends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4340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4340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/conversations/send  {contact_id, channel, body}  → outbound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Fields &amp;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Auth 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Authorization: Bearer &lt;jwt_access_token OR txb_api_key&gt;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8254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Content-Type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8254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application/json for POST/PATCH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998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09981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422 validation, 401 auth, 403 forbidden, 404 not found, 409 conflict, 500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API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Developer/webhook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For programmatic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/api-keys        {name}  → {api_key, plaintext}  (plaintext 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/api-keys/:id/revoke     → revoked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954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/webhooks        {name, url, events, active}    → {endpoint, plaintext_secret}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GET  /webhooks/:id/deliveries → last 50 delivery attempts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PUT  /channels/:kind  {enabled, config}              → channel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032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/automation/rules {name, trigger_keywords, response_body} →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77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77256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GET  /analytics/summary                              → KPI blob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441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44184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GET  /analytics/timeseries?days=30                   → per-day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611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611112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GET  /audit-logs?failed=true&amp;method=POST&amp;search=/contacts → filtered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178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</a:rPr>
              <a:t>10.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71780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 /notifications/read-all                         → clear badge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TalkEx Business —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