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3716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TalkEx Business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219456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User Manual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CPaaS Dashboard — Send, Automate &amp; Manage Business Messaging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3931920"/>
            <a:ext cx="578815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Owner: </a:t>
            </a:r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SatyaJeet Kr. Singh
</a:t>
            </a:r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Organization: </a:t>
            </a:r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CoreAxis Ventures
</a:t>
            </a:r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Email: </a:t>
            </a:r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support@talkex.net
</a:t>
            </a:r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Phone: </a:t>
            </a:r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+91 9113107586
</a:t>
            </a:r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Website: </a:t>
            </a:r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web.talkex.net  |  talkex.net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64739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SatyaJeet Kr. Singh  •  CoreAxis Ventures  |  support@talkex.net  |  +91 9113107586  |  web.talkex.net  |  talkex.net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Modules &amp; Features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TalkEx Business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4739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SatyaJeet Kr. Singh  •  CoreAxis Ventures  |  support@talkex.net  |  +91 9113107586  |  web.talkex.net  |  talkex.net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in to your TalkEx Business account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TalkEx Business</a:t>
            </a:r>
            <a:endParaRPr lang="en-US" sz="1400" dirty="0"/>
          </a:p>
        </p:txBody>
      </p:sp>
      <p:pic>
        <p:nvPicPr>
          <p:cNvPr id="6" name="Image 0" descr="C:\Users\satya\AppData\Local\Temp\claude\D--WebProject-APP-talkex-business\e088fc4c-bccb-4a9e-a4a7-d0a366312287\scratchpad\screens\02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7315200" cy="411480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914400"/>
            <a:ext cx="4114800" cy="5303520"/>
          </a:xfrm>
          <a:prstGeom prst="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Guide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55280" y="1371600"/>
            <a:ext cx="3749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64739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SatyaJeet Kr. Singh  •  CoreAxis Ventures  |  support@talkex.net  |  +91 9113107586  |  web.talkex.net  |  talkex.net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new TalkEx Business account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TalkEx Business</a:t>
            </a:r>
            <a:endParaRPr lang="en-US" sz="1400" dirty="0"/>
          </a:p>
        </p:txBody>
      </p:sp>
      <p:pic>
        <p:nvPicPr>
          <p:cNvPr id="6" name="Image 0" descr="C:\Users\satya\AppData\Local\Temp\claude\D--WebProject-APP-talkex-business\e088fc4c-bccb-4a9e-a4a7-d0a366312287\scratchpad\screens\03-regi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7315200" cy="411480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914400"/>
            <a:ext cx="4114800" cy="5303520"/>
          </a:xfrm>
          <a:prstGeom prst="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Guide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55280" y="1371600"/>
            <a:ext cx="3749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64739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SatyaJeet Kr. Singh  •  CoreAxis Ventures  |  support@talkex.net  |  +91 9113107586  |  web.talkex.net  |  talkex.net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Forgot Password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Reset your account password via email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TalkEx Business</a:t>
            </a:r>
            <a:endParaRPr lang="en-US" sz="1400" dirty="0"/>
          </a:p>
        </p:txBody>
      </p:sp>
      <p:pic>
        <p:nvPicPr>
          <p:cNvPr id="6" name="Image 0" descr="C:\Users\satya\AppData\Local\Temp\claude\D--WebProject-APP-talkex-business\e088fc4c-bccb-4a9e-a4a7-d0a366312287\scratchpad\screens\04-forgot-passwo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7315200" cy="411480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914400"/>
            <a:ext cx="4114800" cy="5303520"/>
          </a:xfrm>
          <a:prstGeom prst="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Guide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55280" y="1371600"/>
            <a:ext cx="3749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64739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SatyaJeet Kr. Singh  •  CoreAxis Ventures  |  support@talkex.net  |  +91 9113107586  |  web.talkex.net  |  talkex.net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business messaging command center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TalkEx Business</a:t>
            </a:r>
            <a:endParaRPr lang="en-US" sz="1400" dirty="0"/>
          </a:p>
        </p:txBody>
      </p:sp>
      <p:pic>
        <p:nvPicPr>
          <p:cNvPr id="6" name="Image 0" descr="C:\Users\satya\AppData\Local\Temp\claude\D--WebProject-APP-talkex-business\e088fc4c-bccb-4a9e-a4a7-d0a366312287\scratchpad\screens\05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7315200" cy="411480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914400"/>
            <a:ext cx="4114800" cy="5303520"/>
          </a:xfrm>
          <a:prstGeom prst="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Guide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55280" y="1371600"/>
            <a:ext cx="3749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64739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SatyaJeet Kr. Singh  •  CoreAxis Ventures  |  support@talkex.net  |  +91 9113107586  |  web.talkex.net  |  talkex.net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and configure messaging channels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TalkEx Business</a:t>
            </a:r>
            <a:endParaRPr lang="en-US" sz="1400" dirty="0"/>
          </a:p>
        </p:txBody>
      </p:sp>
      <p:pic>
        <p:nvPicPr>
          <p:cNvPr id="6" name="Image 0" descr="C:\Users\satya\AppData\Local\Temp\claude\D--WebProject-APP-talkex-business\e088fc4c-bccb-4a9e-a4a7-d0a366312287\scratchpad\screens\06-chann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7315200" cy="411480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914400"/>
            <a:ext cx="4114800" cy="5303520"/>
          </a:xfrm>
          <a:prstGeom prst="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Guide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55280" y="1371600"/>
            <a:ext cx="3749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64739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SatyaJeet Kr. Singh  •  CoreAxis Ventures  |  support@talkex.net  |  +91 9113107586  |  web.talkex.net  |  talkex.net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your contact database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TalkEx Business</a:t>
            </a:r>
            <a:endParaRPr lang="en-US" sz="1400" dirty="0"/>
          </a:p>
        </p:txBody>
      </p:sp>
      <p:pic>
        <p:nvPicPr>
          <p:cNvPr id="6" name="Image 0" descr="C:\Users\satya\AppData\Local\Temp\claude\D--WebProject-APP-talkex-business\e088fc4c-bccb-4a9e-a4a7-d0a366312287\scratchpad\screens\07-contacts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7315200" cy="411480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914400"/>
            <a:ext cx="4114800" cy="5303520"/>
          </a:xfrm>
          <a:prstGeom prst="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Guide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55280" y="1371600"/>
            <a:ext cx="3749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64739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SatyaJeet Kr. Singh  •  CoreAxis Ventures  |  support@talkex.net  |  +91 9113107586  |  web.talkex.net  |  talkex.net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/ Edit Contact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or update a contact record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TalkEx Business</a:t>
            </a:r>
            <a:endParaRPr lang="en-US" sz="1400" dirty="0"/>
          </a:p>
        </p:txBody>
      </p:sp>
      <p:pic>
        <p:nvPicPr>
          <p:cNvPr id="6" name="Image 0" descr="C:\Users\satya\AppData\Local\Temp\claude\D--WebProject-APP-talkex-business\e088fc4c-bccb-4a9e-a4a7-d0a366312287\scratchpad\screens\08-contacts-add-mo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7315200" cy="411480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914400"/>
            <a:ext cx="4114800" cy="5303520"/>
          </a:xfrm>
          <a:prstGeom prst="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Guide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55280" y="1371600"/>
            <a:ext cx="3749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64739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SatyaJeet Kr. Singh  •  CoreAxis Ventures  |  support@talkex.net  |  +91 9113107586  |  web.talkex.net  |  talkex.net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 Templates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Pre-approved message templates for outbound messaging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TalkEx Business</a:t>
            </a:r>
            <a:endParaRPr lang="en-US" sz="1400" dirty="0"/>
          </a:p>
        </p:txBody>
      </p:sp>
      <p:pic>
        <p:nvPicPr>
          <p:cNvPr id="6" name="Image 0" descr="C:\Users\satya\AppData\Local\Temp\claude\D--WebProject-APP-talkex-business\e088fc4c-bccb-4a9e-a4a7-d0a366312287\scratchpad\screens\09-templates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7315200" cy="411480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914400"/>
            <a:ext cx="4114800" cy="5303520"/>
          </a:xfrm>
          <a:prstGeom prst="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Guide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55280" y="1371600"/>
            <a:ext cx="3749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64739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SatyaJeet Kr. Singh  •  CoreAxis Ventures  |  support@talkex.net  |  +91 9113107586  |  web.talkex.net  |  talkex.net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Template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a new message template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TalkEx Business</a:t>
            </a:r>
            <a:endParaRPr lang="en-US" sz="1400" dirty="0"/>
          </a:p>
        </p:txBody>
      </p:sp>
      <p:pic>
        <p:nvPicPr>
          <p:cNvPr id="6" name="Image 0" descr="C:\Users\satya\AppData\Local\Temp\claude\D--WebProject-APP-talkex-business\e088fc4c-bccb-4a9e-a4a7-d0a366312287\scratchpad\screens\10-templates-create-mo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7315200" cy="411480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914400"/>
            <a:ext cx="4114800" cy="5303520"/>
          </a:xfrm>
          <a:prstGeom prst="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Guide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55280" y="1371600"/>
            <a:ext cx="3749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64739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SatyaJeet Kr. Singh  •  CoreAxis Ventures  |  support@talkex.net  |  +91 9113107586  |  web.talkex.net  |  talkex.net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Campaigns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Bulk messaging campaigns to contact groups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TalkEx Business</a:t>
            </a:r>
            <a:endParaRPr lang="en-US" sz="1400" dirty="0"/>
          </a:p>
        </p:txBody>
      </p:sp>
      <p:pic>
        <p:nvPicPr>
          <p:cNvPr id="6" name="Image 0" descr="C:\Users\satya\AppData\Local\Temp\claude\D--WebProject-APP-talkex-business\e088fc4c-bccb-4a9e-a4a7-d0a366312287\scratchpad\screens\11-campaigns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7315200" cy="411480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914400"/>
            <a:ext cx="4114800" cy="5303520"/>
          </a:xfrm>
          <a:prstGeom prst="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Guide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55280" y="1371600"/>
            <a:ext cx="3749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64739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SatyaJeet Kr. Singh  •  CoreAxis Ventures  |  support@talkex.net  |  +91 9113107586  |  web.talkex.net  |  talkex.net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Campaign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campaign creation wizard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TalkEx Business</a:t>
            </a:r>
            <a:endParaRPr lang="en-US" sz="1400" dirty="0"/>
          </a:p>
        </p:txBody>
      </p:sp>
      <p:pic>
        <p:nvPicPr>
          <p:cNvPr id="6" name="Image 0" descr="C:\Users\satya\AppData\Local\Temp\claude\D--WebProject-APP-talkex-business\e088fc4c-bccb-4a9e-a4a7-d0a366312287\scratchpad\screens\12-campaigns-create-wiz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7315200" cy="411480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914400"/>
            <a:ext cx="4114800" cy="5303520"/>
          </a:xfrm>
          <a:prstGeom prst="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Guide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55280" y="1371600"/>
            <a:ext cx="3749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64739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SatyaJeet Kr. Singh  •  CoreAxis Ventures  |  support@talkex.net  |  +91 9113107586  |  web.talkex.net  |  talkex.net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Conversations — Inbox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inbox view with all active chats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TalkEx Business</a:t>
            </a:r>
            <a:endParaRPr lang="en-US" sz="1400" dirty="0"/>
          </a:p>
        </p:txBody>
      </p:sp>
      <p:pic>
        <p:nvPicPr>
          <p:cNvPr id="6" name="Image 0" descr="C:\Users\satya\AppData\Local\Temp\claude\D--WebProject-APP-talkex-business\e088fc4c-bccb-4a9e-a4a7-d0a366312287\scratchpad\screens\13-conversations-in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7315200" cy="411480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914400"/>
            <a:ext cx="4114800" cy="5303520"/>
          </a:xfrm>
          <a:prstGeom prst="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Guide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55280" y="1371600"/>
            <a:ext cx="3749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64739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SatyaJeet Kr. Singh  •  CoreAxis Ventures  |  support@talkex.net  |  +91 9113107586  |  web.talkex.net  |  talkex.net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Conversations — Chat Thread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 thread with send &amp; receive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TalkEx Business</a:t>
            </a:r>
            <a:endParaRPr lang="en-US" sz="1400" dirty="0"/>
          </a:p>
        </p:txBody>
      </p:sp>
      <p:pic>
        <p:nvPicPr>
          <p:cNvPr id="6" name="Image 0" descr="C:\Users\satya\AppData\Local\Temp\claude\D--WebProject-APP-talkex-business\e088fc4c-bccb-4a9e-a4a7-d0a366312287\scratchpad\screens\14-conversations-thre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7315200" cy="411480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914400"/>
            <a:ext cx="4114800" cy="5303520"/>
          </a:xfrm>
          <a:prstGeom prst="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Guide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55280" y="1371600"/>
            <a:ext cx="3749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64739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SatyaJeet Kr. Singh  •  CoreAxis Ventures  |  support@talkex.net  |  +91 9113107586  |  web.talkex.net  |  talkex.net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Automation Rules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Keyword-triggered auto-reply rules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TalkEx Business</a:t>
            </a:r>
            <a:endParaRPr lang="en-US" sz="1400" dirty="0"/>
          </a:p>
        </p:txBody>
      </p:sp>
      <p:pic>
        <p:nvPicPr>
          <p:cNvPr id="6" name="Image 0" descr="C:\Users\satya\AppData\Local\Temp\claude\D--WebProject-APP-talkex-business\e088fc4c-bccb-4a9e-a4a7-d0a366312287\scratchpad\screens\15-automation-ru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7315200" cy="411480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914400"/>
            <a:ext cx="4114800" cy="5303520"/>
          </a:xfrm>
          <a:prstGeom prst="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Guide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55280" y="1371600"/>
            <a:ext cx="3749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64739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SatyaJeet Kr. Singh  •  CoreAxis Ventures  |  support@talkex.net  |  +91 9113107586  |  web.talkex.net  |  talkex.net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Automation Rule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up auto-reply triggers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TalkEx Business</a:t>
            </a:r>
            <a:endParaRPr lang="en-US" sz="1400" dirty="0"/>
          </a:p>
        </p:txBody>
      </p:sp>
      <p:pic>
        <p:nvPicPr>
          <p:cNvPr id="6" name="Image 0" descr="C:\Users\satya\AppData\Local\Temp\claude\D--WebProject-APP-talkex-business\e088fc4c-bccb-4a9e-a4a7-d0a366312287\scratchpad\screens\16-automation-create-mo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7315200" cy="411480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914400"/>
            <a:ext cx="4114800" cy="5303520"/>
          </a:xfrm>
          <a:prstGeom prst="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Guide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55280" y="1371600"/>
            <a:ext cx="3749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64739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SatyaJeet Kr. Singh  •  CoreAxis Ventures  |  support@talkex.net  |  +91 9113107586  |  web.talkex.net  |  talkex.net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Developers — API Keys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API keys for server-to-server integration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TalkEx Business</a:t>
            </a:r>
            <a:endParaRPr lang="en-US" sz="1400" dirty="0"/>
          </a:p>
        </p:txBody>
      </p:sp>
      <p:pic>
        <p:nvPicPr>
          <p:cNvPr id="6" name="Image 0" descr="C:\Users\satya\AppData\Local\Temp\claude\D--WebProject-APP-talkex-business\e088fc4c-bccb-4a9e-a4a7-d0a366312287\scratchpad\screens\17-developers-api-key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7315200" cy="411480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914400"/>
            <a:ext cx="4114800" cy="5303520"/>
          </a:xfrm>
          <a:prstGeom prst="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Guide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55280" y="1371600"/>
            <a:ext cx="3749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64739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SatyaJeet Kr. Singh  •  CoreAxis Ventures  |  support@talkex.net  |  +91 9113107586  |  web.talkex.net  |  talkex.net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Webhooks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Outbound event delivery to your server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TalkEx Business</a:t>
            </a:r>
            <a:endParaRPr lang="en-US" sz="1400" dirty="0"/>
          </a:p>
        </p:txBody>
      </p:sp>
      <p:pic>
        <p:nvPicPr>
          <p:cNvPr id="6" name="Image 0" descr="C:\Users\satya\AppData\Local\Temp\claude\D--WebProject-APP-talkex-business\e088fc4c-bccb-4a9e-a4a7-d0a366312287\scratchpad\screens\18-webhooks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7315200" cy="411480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914400"/>
            <a:ext cx="4114800" cy="5303520"/>
          </a:xfrm>
          <a:prstGeom prst="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Guide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55280" y="1371600"/>
            <a:ext cx="3749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64739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SatyaJeet Kr. Singh  •  CoreAxis Ventures  |  support@talkex.net  |  +91 9113107586  |  web.talkex.net  |  talkex.net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Webhook Endpoint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Subscribe your server to TalkEx events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TalkEx Business</a:t>
            </a:r>
            <a:endParaRPr lang="en-US" sz="1400" dirty="0"/>
          </a:p>
        </p:txBody>
      </p:sp>
      <p:pic>
        <p:nvPicPr>
          <p:cNvPr id="6" name="Image 0" descr="C:\Users\satya\AppData\Local\Temp\claude\D--WebProject-APP-talkex-business\e088fc4c-bccb-4a9e-a4a7-d0a366312287\scratchpad\screens\19-webhooks-create-mo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7315200" cy="411480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914400"/>
            <a:ext cx="4114800" cy="5303520"/>
          </a:xfrm>
          <a:prstGeom prst="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Guide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55280" y="1371600"/>
            <a:ext cx="3749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64739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SatyaJeet Kr. Singh  •  CoreAxis Ventures  |  support@talkex.net  |  +91 9113107586  |  web.talkex.net  |  talkex.net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Charts, KPIs &amp; message insights across all channels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TalkEx Business</a:t>
            </a:r>
            <a:endParaRPr lang="en-US" sz="1400" dirty="0"/>
          </a:p>
        </p:txBody>
      </p:sp>
      <p:pic>
        <p:nvPicPr>
          <p:cNvPr id="6" name="Image 0" descr="C:\Users\satya\AppData\Local\Temp\claude\D--WebProject-APP-talkex-business\e088fc4c-bccb-4a9e-a4a7-d0a366312287\scratchpad\screens\20-analy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11274552" cy="530352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64739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SatyaJeet Kr. Singh  •  CoreAxis Ventures  |  support@talkex.net  |  +91 9113107586  |  web.talkex.net  |  talkex.net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— Details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Understanding your analytics dashboard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TalkEx Business</a:t>
            </a:r>
            <a:endParaRPr lang="en-US" sz="1400" dirty="0"/>
          </a:p>
        </p:txBody>
      </p:sp>
      <p:pic>
        <p:nvPicPr>
          <p:cNvPr id="6" name="Image 0" descr="C:\Users\satya\AppData\Local\Temp\claude\D--WebProject-APP-talkex-business\e088fc4c-bccb-4a9e-a4a7-d0a366312287\scratchpad\screens\20-analy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7315200" cy="411480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914400"/>
            <a:ext cx="4114800" cy="5303520"/>
          </a:xfrm>
          <a:prstGeom prst="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Guide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55280" y="1371600"/>
            <a:ext cx="3749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64739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SatyaJeet Kr. Singh  •  CoreAxis Ventures  |  support@talkex.net  |  +91 9113107586  |  web.talkex.net  |  talkex.net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Activity Logs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trail for every API request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TalkEx Business</a:t>
            </a:r>
            <a:endParaRPr lang="en-US" sz="1400" dirty="0"/>
          </a:p>
        </p:txBody>
      </p:sp>
      <p:pic>
        <p:nvPicPr>
          <p:cNvPr id="6" name="Image 0" descr="C:\Users\satya\AppData\Local\Temp\claude\D--WebProject-APP-talkex-business\e088fc4c-bccb-4a9e-a4a7-d0a366312287\scratchpad\screens\21-l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7315200" cy="411480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914400"/>
            <a:ext cx="4114800" cy="5303520"/>
          </a:xfrm>
          <a:prstGeom prst="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Guide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55280" y="1371600"/>
            <a:ext cx="3749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64739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SatyaJeet Kr. Singh  •  CoreAxis Ventures  |  support@talkex.net  |  +91 9113107586  |  web.talkex.net  |  talkex.net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Plans, subscriptions &amp; invoices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TalkEx Business</a:t>
            </a:r>
            <a:endParaRPr lang="en-US" sz="1400" dirty="0"/>
          </a:p>
        </p:txBody>
      </p:sp>
      <p:pic>
        <p:nvPicPr>
          <p:cNvPr id="6" name="Image 0" descr="C:\Users\satya\AppData\Local\Temp\claude\D--WebProject-APP-talkex-business\e088fc4c-bccb-4a9e-a4a7-d0a366312287\scratchpad\screens\22-bil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7315200" cy="411480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914400"/>
            <a:ext cx="4114800" cy="5303520"/>
          </a:xfrm>
          <a:prstGeom prst="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Guide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55280" y="1371600"/>
            <a:ext cx="3749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64739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SatyaJeet Kr. Singh  •  CoreAxis Ventures  |  support@talkex.net  |  +91 9113107586  |  web.talkex.net  |  talkex.net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Wallet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Prepaid balance &amp; transaction history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TalkEx Business</a:t>
            </a:r>
            <a:endParaRPr lang="en-US" sz="1400" dirty="0"/>
          </a:p>
        </p:txBody>
      </p:sp>
      <p:pic>
        <p:nvPicPr>
          <p:cNvPr id="6" name="Image 0" descr="C:\Users\satya\AppData\Local\Temp\claude\D--WebProject-APP-talkex-business\e088fc4c-bccb-4a9e-a4a7-d0a366312287\scratchpad\screens\23-wal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7315200" cy="411480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914400"/>
            <a:ext cx="4114800" cy="5303520"/>
          </a:xfrm>
          <a:prstGeom prst="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Guide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55280" y="1371600"/>
            <a:ext cx="3749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64739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SatyaJeet Kr. Singh  •  CoreAxis Ventures  |  support@talkex.net  |  +91 9113107586  |  web.talkex.net  |  talkex.net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 — Help Center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FAQs, documentation &amp; contact channels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TalkEx Business</a:t>
            </a:r>
            <a:endParaRPr lang="en-US" sz="1400" dirty="0"/>
          </a:p>
        </p:txBody>
      </p:sp>
      <p:pic>
        <p:nvPicPr>
          <p:cNvPr id="6" name="Image 0" descr="C:\Users\satya\AppData\Local\Temp\claude\D--WebProject-APP-talkex-business\e088fc4c-bccb-4a9e-a4a7-d0a366312287\scratchpad\screens\24-sup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7315200" cy="411480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914400"/>
            <a:ext cx="4114800" cy="5303520"/>
          </a:xfrm>
          <a:prstGeom prst="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Guide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55280" y="1371600"/>
            <a:ext cx="3749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64739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SatyaJeet Kr. Singh  •  CoreAxis Ventures  |  support@talkex.net  |  +91 9113107586  |  web.talkex.net  |  talkex.net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 — FAQ Expanded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FAQ answers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TalkEx Business</a:t>
            </a:r>
            <a:endParaRPr lang="en-US" sz="1400" dirty="0"/>
          </a:p>
        </p:txBody>
      </p:sp>
      <p:pic>
        <p:nvPicPr>
          <p:cNvPr id="6" name="Image 0" descr="C:\Users\satya\AppData\Local\Temp\claude\D--WebProject-APP-talkex-business\e088fc4c-bccb-4a9e-a4a7-d0a366312287\scratchpad\screens\25-support-faq-expan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7315200" cy="411480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914400"/>
            <a:ext cx="4114800" cy="5303520"/>
          </a:xfrm>
          <a:prstGeom prst="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Guide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55280" y="1371600"/>
            <a:ext cx="3749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64739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SatyaJeet Kr. Singh  •  CoreAxis Ventures  |  support@talkex.net  |  +91 9113107586  |  web.talkex.net  |  talkex.net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Settings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 &amp; account configuration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TalkEx Business</a:t>
            </a:r>
            <a:endParaRPr lang="en-US" sz="1400" dirty="0"/>
          </a:p>
        </p:txBody>
      </p:sp>
      <p:pic>
        <p:nvPicPr>
          <p:cNvPr id="6" name="Image 0" descr="C:\Users\satya\AppData\Local\Temp\claude\D--WebProject-APP-talkex-business\e088fc4c-bccb-4a9e-a4a7-d0a366312287\scratchpad\screens\26-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7315200" cy="411480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914400"/>
            <a:ext cx="4114800" cy="5303520"/>
          </a:xfrm>
          <a:prstGeom prst="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Guide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55280" y="1371600"/>
            <a:ext cx="3749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64739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SatyaJeet Kr. Singh  •  CoreAxis Ventures  |  support@talkex.net  |  +91 9113107586  |  web.talkex.net  |  talkex.net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In-app notification bell &amp; center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TalkEx Business</a:t>
            </a:r>
            <a:endParaRPr lang="en-US" sz="1400" dirty="0"/>
          </a:p>
        </p:txBody>
      </p:sp>
      <p:pic>
        <p:nvPicPr>
          <p:cNvPr id="6" name="Image 0" descr="C:\Users\satya\AppData\Local\Temp\claude\D--WebProject-APP-talkex-business\e088fc4c-bccb-4a9e-a4a7-d0a366312287\scratchpad\screens\27-notification-bell-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7315200" cy="411480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914400"/>
            <a:ext cx="4114800" cy="5303520"/>
          </a:xfrm>
          <a:prstGeom prst="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Guide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55280" y="1371600"/>
            <a:ext cx="3749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64739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SatyaJeet Kr. Singh  •  CoreAxis Ventures  |  support@talkex.net  |  +91 9113107586  |  web.talkex.net  |  talkex.net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Sidebar Navigation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Navigating the TalkEx Business dashboard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TalkEx Business</a:t>
            </a:r>
            <a:endParaRPr lang="en-US" sz="1400" dirty="0"/>
          </a:p>
        </p:txBody>
      </p:sp>
      <p:pic>
        <p:nvPicPr>
          <p:cNvPr id="6" name="Image 0" descr="C:\Users\satya\AppData\Local\Temp\claude\D--WebProject-APP-talkex-business\e088fc4c-bccb-4a9e-a4a7-d0a366312287\scratchpad\screens\05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7315200" cy="411480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914400"/>
            <a:ext cx="4114800" cy="5303520"/>
          </a:xfrm>
          <a:prstGeom prst="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Guide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55280" y="1371600"/>
            <a:ext cx="3749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64739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SatyaJeet Kr. Singh  •  CoreAxis Ventures  |  support@talkex.net  |  +91 9113107586  |  web.talkex.net  |  talkex.net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Start Guide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up and running in 5 minutes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TalkEx Business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4739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SatyaJeet Kr. Singh  •  CoreAxis Ventures  |  support@talkex.net  |  +91 9113107586  |  web.talkex.net  |  talkex.net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Integration Guide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your backend to TalkEx Business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TalkEx Business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4739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SatyaJeet Kr. Singh  •  CoreAxis Ventures  |  support@talkex.net  |  +91 9113107586  |  web.talkex.net  |  talkex.net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TalkEx Business — Enterprise CPaaS Dashboard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0" y="3017520"/>
            <a:ext cx="4873752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0" y="3291840"/>
            <a:ext cx="5788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Owner: </a:t>
            </a:r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SatyaJeet Kr. Singh
</a:t>
            </a:r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Organization: </a:t>
            </a:r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CoreAxis Ventures
</a:t>
            </a:r>
            <a:pPr algn="ctr" indent="0" marL="0">
              <a:lnSpc>
                <a:spcPct val="140000"/>
              </a:lnSpc>
              <a:buNone/>
            </a:pPr>
            <a:r>
              <a:rPr lang="en-US" sz="600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Email: </a:t>
            </a:r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support@talkex.net
</a:t>
            </a:r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Phone: </a:t>
            </a:r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+91 9113107586
</a:t>
            </a:r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Dashboard: </a:t>
            </a:r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web.talkex.net
</a:t>
            </a:r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Website: </a:t>
            </a:r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talkex.net
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4739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SatyaJeet Kr. Singh  •  CoreAxis Ventures  |  support@talkex.net  |  +91 9113107586  |  web.talkex.net  |  talkex.net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CoreAxis Ventures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TalkEx Business User Manual</dc:title>
  <dc:subject>TalkEx Business — Complete User Manual</dc:subject>
  <dc:creator>SatyaJeet Kr. Singh</dc:creator>
  <cp:lastModifiedBy>SatyaJeet Kr. Singh</cp:lastModifiedBy>
  <cp:revision>1</cp:revision>
  <dcterms:created xsi:type="dcterms:W3CDTF">2026-08-13T05:36:54Z</dcterms:created>
  <dcterms:modified xsi:type="dcterms:W3CDTF">2026-08-13T05:36:54Z</dcterms:modified>
</cp:coreProperties>
</file>